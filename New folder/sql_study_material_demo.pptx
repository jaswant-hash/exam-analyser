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Concepts Study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PPT contains core SQL concepts for demonstration</a:t>
            </a:r>
          </a:p>
          <a:p>
            <a:r>
              <a:t>Based on evaluated answers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Query Language</a:t>
            </a:r>
          </a:p>
          <a:p>
            <a:r>
              <a:t>Standard language for RDBMS</a:t>
            </a:r>
          </a:p>
          <a:p>
            <a:r>
              <a:t>Used to store, retrieve, update and delete data</a:t>
            </a:r>
          </a:p>
          <a:p>
            <a:r>
              <a:t>Used in MySQL, Oracle, SQL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SQL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Retrieve data (SELECT)</a:t>
            </a:r>
          </a:p>
          <a:p>
            <a:r>
              <a:t>Insert data (INSERT)</a:t>
            </a:r>
          </a:p>
          <a:p>
            <a:r>
              <a:t>Update data (UPDATE)</a:t>
            </a:r>
          </a:p>
          <a:p>
            <a:r>
              <a:t>Delete data (DELETE)</a:t>
            </a:r>
          </a:p>
          <a:p>
            <a:r>
              <a:t>Create databases and tables</a:t>
            </a:r>
          </a:p>
          <a:p>
            <a:r>
              <a:t>Create views and procedures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object</a:t>
            </a:r>
          </a:p>
          <a:p>
            <a:r>
              <a:t>Stores data in rows and columns</a:t>
            </a:r>
          </a:p>
          <a:p>
            <a:r>
              <a:t>Rows = records</a:t>
            </a:r>
          </a:p>
          <a:p>
            <a:r>
              <a:t>Columns = fields</a:t>
            </a:r>
          </a:p>
          <a:p>
            <a:r>
              <a:t>Used to store structured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define database structure</a:t>
            </a:r>
          </a:p>
          <a:p>
            <a:r>
              <a:t>CREATE – create objects</a:t>
            </a:r>
          </a:p>
          <a:p>
            <a:r>
              <a:t>ALTER – modify structure</a:t>
            </a:r>
          </a:p>
          <a:p>
            <a:r>
              <a:t>DROP – delete objects</a:t>
            </a:r>
          </a:p>
          <a:p>
            <a:r>
              <a:t>TRUNCATE – remove all data</a:t>
            </a:r>
          </a:p>
          <a:p>
            <a:r>
              <a:t>RENAME – rename objects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manipulate data</a:t>
            </a:r>
          </a:p>
          <a:p>
            <a:r>
              <a:t>SELECT – retrieve data</a:t>
            </a:r>
          </a:p>
          <a:p>
            <a:r>
              <a:t>INSERT – add data</a:t>
            </a:r>
          </a:p>
          <a:p>
            <a:r>
              <a:t>UPDATE – modify data</a:t>
            </a:r>
          </a:p>
          <a:p>
            <a:r>
              <a:t>DELETE – remove data</a:t>
            </a:r>
          </a:p>
          <a:p>
            <a:r>
              <a:t>MERGE – insert/update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understanding includes both basic and advanced concepts</a:t>
            </a:r>
          </a:p>
          <a:p>
            <a:r>
              <a:t>Missing concepts reduce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